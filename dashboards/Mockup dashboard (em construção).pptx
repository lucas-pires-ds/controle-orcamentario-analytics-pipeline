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3A5F"/>
    <a:srgbClr val="F5F7FA"/>
    <a:srgbClr val="E6E6E6"/>
    <a:srgbClr val="D7EEF9"/>
    <a:srgbClr val="0A0A0A"/>
    <a:srgbClr val="F3F4F8"/>
    <a:srgbClr val="F6F8FA"/>
    <a:srgbClr val="E6E8F2"/>
    <a:srgbClr val="F4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4" autoAdjust="0"/>
    <p:restoredTop sz="94660"/>
  </p:normalViewPr>
  <p:slideViewPr>
    <p:cSldViewPr snapToGrid="0">
      <p:cViewPr>
        <p:scale>
          <a:sx n="100" d="100"/>
          <a:sy n="100" d="100"/>
        </p:scale>
        <p:origin x="67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4" Type="http://schemas.openxmlformats.org/officeDocument/2006/relationships/image" Target="../media/image13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1" y="2096342"/>
            <a:ext cx="348481" cy="351582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872533"/>
            <a:ext cx="2377469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8574" y="878241"/>
            <a:ext cx="2377469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11235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3896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031" y="947512"/>
            <a:ext cx="309734" cy="30973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3025008" y="897622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769033" y="909113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615655" y="917288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75942" y="917289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479" y="947711"/>
            <a:ext cx="309535" cy="309535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435" y="975405"/>
            <a:ext cx="280046" cy="280046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647572"/>
            <a:ext cx="351582" cy="351582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8" y="2135685"/>
            <a:ext cx="296136" cy="29613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60520814-EC16-C5F5-700B-70441E084DD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986" y="965077"/>
            <a:ext cx="273612" cy="30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02349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84996" y="2759869"/>
            <a:ext cx="376967" cy="406843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898501"/>
            <a:ext cx="2377469" cy="1078503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894666"/>
            <a:ext cx="2377469" cy="107850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811793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28" y="2819806"/>
            <a:ext cx="278993" cy="278993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480224" y="2174508"/>
            <a:ext cx="257767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480224" y="4538900"/>
            <a:ext cx="256762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08" y="996463"/>
            <a:ext cx="255261" cy="255261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643" y="989268"/>
            <a:ext cx="269652" cy="269652"/>
          </a:xfrm>
          <a:prstGeom prst="rect">
            <a:avLst/>
          </a:prstGeom>
        </p:spPr>
      </p:pic>
      <p:sp>
        <p:nvSpPr>
          <p:cNvPr id="2" name="Retângulo: Cantos Arredondados 42">
            <a:extLst>
              <a:ext uri="{FF2B5EF4-FFF2-40B4-BE49-F238E27FC236}">
                <a16:creationId xmlns:a16="http://schemas.microsoft.com/office/drawing/2014/main" id="{63991A6C-31A1-40A6-38E0-38B21DBA2385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Logotipo&#10;&#10;O conteúdo gerado por IA pode estar incorreto.">
            <a:extLst>
              <a:ext uri="{FF2B5EF4-FFF2-40B4-BE49-F238E27FC236}">
                <a16:creationId xmlns:a16="http://schemas.microsoft.com/office/drawing/2014/main" id="{F7C61615-0B47-2FC3-31FA-B5E03D16DB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88548A-4110-00B2-C001-C805A80B227E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BB80548D-950E-8D51-68FE-BE6B82C2B1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0" y="3639952"/>
            <a:ext cx="351582" cy="35158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7A023A8A-AE9A-9ADB-9B3E-1DB876F587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14" name="Imagem 13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40D1A4E2-482B-B875-1CD3-25239AC08C0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C698D58-1F9B-2973-DA50-83C730A06717}"/>
              </a:ext>
            </a:extLst>
          </p:cNvPr>
          <p:cNvSpPr/>
          <p:nvPr/>
        </p:nvSpPr>
        <p:spPr>
          <a:xfrm>
            <a:off x="2989250" y="922380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94D199B-B254-6A6D-AFA8-4406AA7564C1}"/>
              </a:ext>
            </a:extLst>
          </p:cNvPr>
          <p:cNvSpPr/>
          <p:nvPr/>
        </p:nvSpPr>
        <p:spPr>
          <a:xfrm>
            <a:off x="5759526" y="919796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E19E131-03D2-D92F-69A8-033EF3C082B8}"/>
              </a:ext>
            </a:extLst>
          </p:cNvPr>
          <p:cNvSpPr/>
          <p:nvPr/>
        </p:nvSpPr>
        <p:spPr>
          <a:xfrm>
            <a:off x="8651222" y="934552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C71CE498-97D1-4D8B-F632-AA7BBBAEC550}"/>
              </a:ext>
            </a:extLst>
          </p:cNvPr>
          <p:cNvSpPr/>
          <p:nvPr/>
        </p:nvSpPr>
        <p:spPr>
          <a:xfrm>
            <a:off x="11478246" y="910788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7D29B853-6F2E-F696-251D-5D6F4336C5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222" y="953913"/>
            <a:ext cx="337605" cy="337605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F7D75856-54AC-12C7-D9BF-F9D2F980342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0697" y="977017"/>
            <a:ext cx="274707" cy="274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ADCDF9-7AD1-B0B1-B37F-359BDE21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C4FEBE7A-C67E-E609-F132-491E4C7B4A3B}"/>
              </a:ext>
            </a:extLst>
          </p:cNvPr>
          <p:cNvSpPr/>
          <p:nvPr/>
        </p:nvSpPr>
        <p:spPr>
          <a:xfrm>
            <a:off x="821268" y="2175933"/>
            <a:ext cx="8407400" cy="635000"/>
          </a:xfrm>
          <a:prstGeom prst="roundRect">
            <a:avLst>
              <a:gd name="adj" fmla="val 31160"/>
            </a:avLst>
          </a:prstGeom>
          <a:solidFill>
            <a:srgbClr val="2F3A5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597126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847</TotalTime>
  <Words>6</Words>
  <Application>Microsoft Office PowerPoint</Application>
  <PresentationFormat>Widescreen</PresentationFormat>
  <Paragraphs>2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24</cp:revision>
  <dcterms:created xsi:type="dcterms:W3CDTF">2026-01-24T16:46:54Z</dcterms:created>
  <dcterms:modified xsi:type="dcterms:W3CDTF">2026-03-08T05:38:03Z</dcterms:modified>
</cp:coreProperties>
</file>