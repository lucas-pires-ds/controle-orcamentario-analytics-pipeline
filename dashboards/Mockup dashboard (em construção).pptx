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0A52"/>
    <a:srgbClr val="2F3A5F"/>
    <a:srgbClr val="F5F7FA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22/03/2026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png"/><Relationship Id="rId7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4" Type="http://schemas.openxmlformats.org/officeDocument/2006/relationships/image" Target="../media/image13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8.png"/><Relationship Id="rId5" Type="http://schemas.openxmlformats.org/officeDocument/2006/relationships/image" Target="../media/image4.png"/><Relationship Id="rId10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6.png"/><Relationship Id="rId5" Type="http://schemas.openxmlformats.org/officeDocument/2006/relationships/image" Target="../media/image9.png"/><Relationship Id="rId10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6.png"/><Relationship Id="rId5" Type="http://schemas.openxmlformats.org/officeDocument/2006/relationships/image" Target="../media/image9.png"/><Relationship Id="rId10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031" y="947512"/>
            <a:ext cx="309734" cy="30973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3025008" y="897622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769033" y="909113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615655" y="917288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75942" y="917289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479" y="947711"/>
            <a:ext cx="309535" cy="309535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35" y="975405"/>
            <a:ext cx="280046" cy="280046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60520814-EC16-C5F5-700B-70441E084DD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986" y="965077"/>
            <a:ext cx="273612" cy="3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811793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480224" y="2174508"/>
            <a:ext cx="257767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480224" y="4538900"/>
            <a:ext cx="2567624" cy="212937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08" y="996463"/>
            <a:ext cx="255261" cy="255261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643" y="989268"/>
            <a:ext cx="269652" cy="269652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C698D58-1F9B-2973-DA50-83C730A06717}"/>
              </a:ext>
            </a:extLst>
          </p:cNvPr>
          <p:cNvSpPr/>
          <p:nvPr/>
        </p:nvSpPr>
        <p:spPr>
          <a:xfrm>
            <a:off x="2989250" y="922380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94D199B-B254-6A6D-AFA8-4406AA7564C1}"/>
              </a:ext>
            </a:extLst>
          </p:cNvPr>
          <p:cNvSpPr/>
          <p:nvPr/>
        </p:nvSpPr>
        <p:spPr>
          <a:xfrm>
            <a:off x="5759526" y="919796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E19E131-03D2-D92F-69A8-033EF3C082B8}"/>
              </a:ext>
            </a:extLst>
          </p:cNvPr>
          <p:cNvSpPr/>
          <p:nvPr/>
        </p:nvSpPr>
        <p:spPr>
          <a:xfrm>
            <a:off x="8651222" y="934552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C71CE498-97D1-4D8B-F632-AA7BBBAEC550}"/>
              </a:ext>
            </a:extLst>
          </p:cNvPr>
          <p:cNvSpPr/>
          <p:nvPr/>
        </p:nvSpPr>
        <p:spPr>
          <a:xfrm>
            <a:off x="11478246" y="910788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7D29B853-6F2E-F696-251D-5D6F4336C5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222" y="953913"/>
            <a:ext cx="337605" cy="337605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F7D75856-54AC-12C7-D9BF-F9D2F980342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0697" y="977017"/>
            <a:ext cx="274707" cy="274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A059C2-C4A4-B63E-F1E1-85D995A85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5E11D63-BBE6-BDCF-114B-A605ABA514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9DA83FE9-4556-0BC2-4684-C023939A94F6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34CEEA33-8D78-0A90-2C50-B77250D0C733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B0AAC71-D4F2-B509-F02D-DA1CDC005A9C}"/>
              </a:ext>
            </a:extLst>
          </p:cNvPr>
          <p:cNvSpPr/>
          <p:nvPr/>
        </p:nvSpPr>
        <p:spPr>
          <a:xfrm>
            <a:off x="1049149" y="949534"/>
            <a:ext cx="2387600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41C8273C-8026-BE1D-4E2D-EFAE5A122036}"/>
              </a:ext>
            </a:extLst>
          </p:cNvPr>
          <p:cNvSpPr/>
          <p:nvPr/>
        </p:nvSpPr>
        <p:spPr>
          <a:xfrm>
            <a:off x="3813903" y="949534"/>
            <a:ext cx="2387600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FB556580-20D0-5196-3206-249BDACADC40}"/>
              </a:ext>
            </a:extLst>
          </p:cNvPr>
          <p:cNvSpPr/>
          <p:nvPr/>
        </p:nvSpPr>
        <p:spPr>
          <a:xfrm>
            <a:off x="9380638" y="950110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7433BFA1-C2CE-2D8D-6401-6AD7D6B8D1EA}"/>
              </a:ext>
            </a:extLst>
          </p:cNvPr>
          <p:cNvSpPr/>
          <p:nvPr/>
        </p:nvSpPr>
        <p:spPr>
          <a:xfrm>
            <a:off x="1049149" y="2144577"/>
            <a:ext cx="10737908" cy="2418961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CD45ED86-85EB-46B1-CBAD-4C2114EB13BB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5CD6965F-0E66-8080-2B63-26B4C3F43A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95EDC010-24E1-5CEF-002C-3286AF360F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412D39A9-6C07-5E90-08AF-839E1F1508C5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Analytics</a:t>
            </a:r>
            <a:r>
              <a:rPr lang="pt-BR" sz="1400" dirty="0"/>
              <a:t> – Performance Orçamentária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F595D844-0F89-2048-AACE-2738058B0DE5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6776456-D4CC-50D0-18CC-6B38E52727BB}"/>
              </a:ext>
            </a:extLst>
          </p:cNvPr>
          <p:cNvSpPr/>
          <p:nvPr/>
        </p:nvSpPr>
        <p:spPr>
          <a:xfrm>
            <a:off x="5792658" y="973108"/>
            <a:ext cx="372871" cy="3625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8A118298-34FC-7DE1-8F0F-A0EC0AE956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2135EB59-0050-6A61-35E4-BBE49ADC4DC5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7618B013-02CB-3CE9-780E-7385F1A310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8301" y="1011706"/>
            <a:ext cx="291214" cy="291214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70216CAD-FDC2-6DF6-2224-EB73CFCF08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3662" y="1040043"/>
            <a:ext cx="242848" cy="242848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47DD43CA-2B21-F402-1F31-3460A357D0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DDB3037B-999A-7F96-069D-91515E17BA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9A1E47DD-DE7C-5DD9-E540-A5097FC1D7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7CD71D87-893B-7AA0-516F-712AAD2506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4B03BC2-6A25-2E9E-9746-FF7F301C93EE}"/>
              </a:ext>
            </a:extLst>
          </p:cNvPr>
          <p:cNvSpPr/>
          <p:nvPr/>
        </p:nvSpPr>
        <p:spPr>
          <a:xfrm>
            <a:off x="44482" y="3547272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58F5543-2B64-AEFA-1305-E0962F0D00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6" y="3579070"/>
            <a:ext cx="381791" cy="381791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899D14D-4A07-9D45-94A5-D43BA7024CC3}"/>
              </a:ext>
            </a:extLst>
          </p:cNvPr>
          <p:cNvSpPr/>
          <p:nvPr/>
        </p:nvSpPr>
        <p:spPr>
          <a:xfrm>
            <a:off x="6569276" y="956414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C17D2FD4-91EB-ED5B-58B4-E51EE5ED46B4}"/>
              </a:ext>
            </a:extLst>
          </p:cNvPr>
          <p:cNvSpPr/>
          <p:nvPr/>
        </p:nvSpPr>
        <p:spPr>
          <a:xfrm>
            <a:off x="8631065" y="980374"/>
            <a:ext cx="286414" cy="326345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6BE433D8-C892-8287-703C-B58B427EAA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0917" y="1030153"/>
            <a:ext cx="206041" cy="206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27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3C501-4A0B-34C6-AE71-E6189A84D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46ED9FE1-6C82-0C25-A797-E42DA195FD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7BB5804-DD34-9B1C-426F-6FE7A1CCCB54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B3E48184-A8F2-7992-8184-278B0A83C29C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69775F6-4B9D-38D2-7ECD-19510D09D8FB}"/>
              </a:ext>
            </a:extLst>
          </p:cNvPr>
          <p:cNvSpPr/>
          <p:nvPr/>
        </p:nvSpPr>
        <p:spPr>
          <a:xfrm>
            <a:off x="1049149" y="949534"/>
            <a:ext cx="2387600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95AC2916-C324-DE69-5F47-0421D27CFAFF}"/>
              </a:ext>
            </a:extLst>
          </p:cNvPr>
          <p:cNvSpPr/>
          <p:nvPr/>
        </p:nvSpPr>
        <p:spPr>
          <a:xfrm>
            <a:off x="3813903" y="949534"/>
            <a:ext cx="2387600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67E0E8C-73C1-8652-64E0-9A61BBB20E64}"/>
              </a:ext>
            </a:extLst>
          </p:cNvPr>
          <p:cNvSpPr/>
          <p:nvPr/>
        </p:nvSpPr>
        <p:spPr>
          <a:xfrm>
            <a:off x="9380638" y="950110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FEA9C15-CDDD-AFE9-0FFC-AABDA491FA86}"/>
              </a:ext>
            </a:extLst>
          </p:cNvPr>
          <p:cNvSpPr/>
          <p:nvPr/>
        </p:nvSpPr>
        <p:spPr>
          <a:xfrm>
            <a:off x="1049149" y="2144577"/>
            <a:ext cx="10737908" cy="2418961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FC9F9452-9579-722C-09FC-D45807E4F80A}"/>
              </a:ext>
            </a:extLst>
          </p:cNvPr>
          <p:cNvSpPr/>
          <p:nvPr/>
        </p:nvSpPr>
        <p:spPr>
          <a:xfrm>
            <a:off x="1049149" y="4820478"/>
            <a:ext cx="5266984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AFEA4D9-7945-C794-C1E9-B2D388E8EC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3CE1AA8-0668-096E-9C0F-8F993A1533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B957FC01-4CC7-1D98-3596-C154C9C76003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Analytics</a:t>
            </a:r>
            <a:r>
              <a:rPr lang="pt-BR" sz="1400" dirty="0"/>
              <a:t> – Evolução e tendências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CF7B23A-BA43-12FB-2C9A-519B41BC719F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CA427C9E-3A2F-C9C0-A7B7-036C61A8E6F7}"/>
              </a:ext>
            </a:extLst>
          </p:cNvPr>
          <p:cNvSpPr/>
          <p:nvPr/>
        </p:nvSpPr>
        <p:spPr>
          <a:xfrm>
            <a:off x="5762625" y="973108"/>
            <a:ext cx="409575" cy="41066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5EFC8A99-5B7C-CBAD-791F-F32C460026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0172DA5A-1FAB-20CE-97CF-84D6FD63A02F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CF74667C-53DD-9736-07DC-2B34B7D80D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51AAF28-BE64-2963-26C1-A9BAE042C4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F84772A2-6E6B-2046-CC14-87C453A082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FF8553D-EAEF-F549-5E1F-CDC7FB835C37}"/>
              </a:ext>
            </a:extLst>
          </p:cNvPr>
          <p:cNvSpPr/>
          <p:nvPr/>
        </p:nvSpPr>
        <p:spPr>
          <a:xfrm>
            <a:off x="37037" y="4166760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EBB551E1-4917-9894-DB1D-5741D5A153E8}"/>
              </a:ext>
            </a:extLst>
          </p:cNvPr>
          <p:cNvSpPr/>
          <p:nvPr/>
        </p:nvSpPr>
        <p:spPr>
          <a:xfrm>
            <a:off x="6569276" y="956414"/>
            <a:ext cx="2387600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AA5E8FD0-03A6-7583-06CB-B7BBA41C78BB}"/>
              </a:ext>
            </a:extLst>
          </p:cNvPr>
          <p:cNvSpPr/>
          <p:nvPr/>
        </p:nvSpPr>
        <p:spPr>
          <a:xfrm>
            <a:off x="8595360" y="980374"/>
            <a:ext cx="322119" cy="34263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5E061774-4590-B555-8F7E-EE1C9230BAAF}"/>
              </a:ext>
            </a:extLst>
          </p:cNvPr>
          <p:cNvSpPr/>
          <p:nvPr/>
        </p:nvSpPr>
        <p:spPr>
          <a:xfrm>
            <a:off x="6520073" y="4820477"/>
            <a:ext cx="5266984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F6AB766-79D7-D63F-3486-A71C2CFE23F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887" y="1003957"/>
            <a:ext cx="319050" cy="31905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BE3E089E-5C06-397F-5F29-0638F03EA5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355" y="1009428"/>
            <a:ext cx="272128" cy="272128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7BF3E331-A1F1-7DEF-DE71-54409DD4BA0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889" y="999785"/>
            <a:ext cx="306401" cy="29962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91E82AE5-3936-2E6B-DD4B-7FA515020CA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61" y="4194810"/>
            <a:ext cx="350085" cy="350085"/>
          </a:xfrm>
          <a:prstGeom prst="rect">
            <a:avLst/>
          </a:prstGeom>
        </p:spPr>
      </p:pic>
      <p:pic>
        <p:nvPicPr>
          <p:cNvPr id="28" name="Imagem 27" descr="Logotipo, Ícone&#10;&#10;O conteúdo gerado por IA pode estar incorreto.">
            <a:extLst>
              <a:ext uri="{FF2B5EF4-FFF2-40B4-BE49-F238E27FC236}">
                <a16:creationId xmlns:a16="http://schemas.microsoft.com/office/drawing/2014/main" id="{F2CAEE1F-0FA9-0834-8978-90FC2BDBAD9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505929"/>
            <a:ext cx="351582" cy="35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647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ECBDB-F3F2-5610-5392-29AE714A7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B2F546BD-164B-0210-2D43-A689121D62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52B59DA-7444-A952-44E2-0A5A647FC95B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010A52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34BB365B-6C57-DFDB-CEAE-61898CBB045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059EC8DE-693F-2D30-CDBC-C63E2A1AE36C}"/>
              </a:ext>
            </a:extLst>
          </p:cNvPr>
          <p:cNvSpPr/>
          <p:nvPr/>
        </p:nvSpPr>
        <p:spPr>
          <a:xfrm>
            <a:off x="1049149" y="949534"/>
            <a:ext cx="2387600" cy="85313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935B4D87-7F10-AB36-968D-D4D6730226AA}"/>
              </a:ext>
            </a:extLst>
          </p:cNvPr>
          <p:cNvSpPr/>
          <p:nvPr/>
        </p:nvSpPr>
        <p:spPr>
          <a:xfrm>
            <a:off x="3813903" y="949534"/>
            <a:ext cx="2387600" cy="85313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16B04D69-7B73-6177-C7B1-F20FA93BF3AF}"/>
              </a:ext>
            </a:extLst>
          </p:cNvPr>
          <p:cNvSpPr/>
          <p:nvPr/>
        </p:nvSpPr>
        <p:spPr>
          <a:xfrm>
            <a:off x="9380638" y="950110"/>
            <a:ext cx="2387600" cy="847474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E600486A-A0F4-6258-BBAA-18F2F9FE4F3A}"/>
              </a:ext>
            </a:extLst>
          </p:cNvPr>
          <p:cNvSpPr/>
          <p:nvPr/>
        </p:nvSpPr>
        <p:spPr>
          <a:xfrm>
            <a:off x="1049149" y="1944411"/>
            <a:ext cx="5266984" cy="2619127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8D72F93A-4356-D4B9-B706-F422863C2413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99360A99-0724-5818-A79E-82A878AD4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8552B86D-A995-EDF7-59A3-BEB4F67C8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F0C0851D-FD33-9335-CB95-D188E50A92BB}"/>
              </a:ext>
            </a:extLst>
          </p:cNvPr>
          <p:cNvSpPr/>
          <p:nvPr/>
        </p:nvSpPr>
        <p:spPr>
          <a:xfrm>
            <a:off x="1699975" y="227802"/>
            <a:ext cx="3205399" cy="309954"/>
          </a:xfrm>
          <a:prstGeom prst="roundRect">
            <a:avLst>
              <a:gd name="adj" fmla="val 26287"/>
            </a:avLst>
          </a:prstGeom>
          <a:solidFill>
            <a:srgbClr val="010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 err="1"/>
              <a:t>Analytics</a:t>
            </a:r>
            <a:r>
              <a:rPr lang="pt-BR" sz="1400" dirty="0"/>
              <a:t> – Evolução e tendências</a:t>
            </a:r>
          </a:p>
        </p:txBody>
      </p:sp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2C3FA40E-9CB1-71CD-9836-822ACBEBE4EA}"/>
              </a:ext>
            </a:extLst>
          </p:cNvPr>
          <p:cNvSpPr/>
          <p:nvPr/>
        </p:nvSpPr>
        <p:spPr>
          <a:xfrm>
            <a:off x="3008184" y="970568"/>
            <a:ext cx="347291" cy="3740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9E4B0F3A-E227-1D9A-01BB-EF7B2FF0CE2A}"/>
              </a:ext>
            </a:extLst>
          </p:cNvPr>
          <p:cNvSpPr/>
          <p:nvPr/>
        </p:nvSpPr>
        <p:spPr>
          <a:xfrm>
            <a:off x="5762625" y="973108"/>
            <a:ext cx="409575" cy="410669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950CF013-4988-B7C5-7BF7-05A356BAA3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37" y="999786"/>
            <a:ext cx="291413" cy="291413"/>
          </a:xfrm>
          <a:prstGeom prst="rect">
            <a:avLst/>
          </a:prstGeom>
        </p:spPr>
      </p:pic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EFC762EB-372D-47AD-5254-D8EA4DAD2395}"/>
              </a:ext>
            </a:extLst>
          </p:cNvPr>
          <p:cNvSpPr/>
          <p:nvPr/>
        </p:nvSpPr>
        <p:spPr>
          <a:xfrm>
            <a:off x="11418889" y="981926"/>
            <a:ext cx="306401" cy="346436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85AB332-EA23-6336-D1A9-41735C913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AD43D0B8-808C-878C-B969-BEFF564089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2" name="Imagem 1" descr="Ícone&#10;&#10;O conteúdo gerado por IA pode estar incorreto.">
            <a:extLst>
              <a:ext uri="{FF2B5EF4-FFF2-40B4-BE49-F238E27FC236}">
                <a16:creationId xmlns:a16="http://schemas.microsoft.com/office/drawing/2014/main" id="{C63E402E-07E4-255C-3F1A-E943E8E8E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6A744BAB-5441-2972-7047-17F824A68ECF}"/>
              </a:ext>
            </a:extLst>
          </p:cNvPr>
          <p:cNvSpPr/>
          <p:nvPr/>
        </p:nvSpPr>
        <p:spPr>
          <a:xfrm>
            <a:off x="37037" y="4166760"/>
            <a:ext cx="446056" cy="453228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74AAAE5A-AE9D-A6FF-C723-9C4186761A63}"/>
              </a:ext>
            </a:extLst>
          </p:cNvPr>
          <p:cNvSpPr/>
          <p:nvPr/>
        </p:nvSpPr>
        <p:spPr>
          <a:xfrm>
            <a:off x="6569276" y="956414"/>
            <a:ext cx="2387600" cy="847474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381F28CD-9C02-F84D-0065-AB825DA6ABDA}"/>
              </a:ext>
            </a:extLst>
          </p:cNvPr>
          <p:cNvSpPr/>
          <p:nvPr/>
        </p:nvSpPr>
        <p:spPr>
          <a:xfrm>
            <a:off x="8595360" y="980374"/>
            <a:ext cx="322119" cy="34263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584C077-A436-F2E7-4064-0630C1C30F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7887" y="1003957"/>
            <a:ext cx="319050" cy="31905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E70D398A-BB60-2EE5-0230-284976BECE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355" y="1009428"/>
            <a:ext cx="272128" cy="272128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EE47AA3D-06B8-12F8-BC35-86F908E5E7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889" y="999785"/>
            <a:ext cx="306401" cy="29962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385CBBB1-3410-5B2A-DC4E-2EAC4D29F4E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61" y="4194810"/>
            <a:ext cx="350085" cy="350085"/>
          </a:xfrm>
          <a:prstGeom prst="rect">
            <a:avLst/>
          </a:prstGeom>
        </p:spPr>
      </p:pic>
      <p:pic>
        <p:nvPicPr>
          <p:cNvPr id="28" name="Imagem 27" descr="Logotipo, Ícone&#10;&#10;O conteúdo gerado por IA pode estar incorreto.">
            <a:extLst>
              <a:ext uri="{FF2B5EF4-FFF2-40B4-BE49-F238E27FC236}">
                <a16:creationId xmlns:a16="http://schemas.microsoft.com/office/drawing/2014/main" id="{F186C68F-02D8-4275-BB76-D7433A9961F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505929"/>
            <a:ext cx="351582" cy="351582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7978006-0E6D-F0DD-EE48-22EA0BD19B5F}"/>
              </a:ext>
            </a:extLst>
          </p:cNvPr>
          <p:cNvSpPr/>
          <p:nvPr/>
        </p:nvSpPr>
        <p:spPr>
          <a:xfrm>
            <a:off x="9088315" y="1933872"/>
            <a:ext cx="2698742" cy="261102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24A7A8FD-64AD-A9D6-6A7E-8D550A96EEE1}"/>
              </a:ext>
            </a:extLst>
          </p:cNvPr>
          <p:cNvSpPr/>
          <p:nvPr/>
        </p:nvSpPr>
        <p:spPr>
          <a:xfrm>
            <a:off x="6418103" y="1952516"/>
            <a:ext cx="2568242" cy="261102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10024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3304</TotalTime>
  <Words>20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31</cp:revision>
  <dcterms:created xsi:type="dcterms:W3CDTF">2026-01-24T16:46:54Z</dcterms:created>
  <dcterms:modified xsi:type="dcterms:W3CDTF">2026-03-22T22:42:26Z</dcterms:modified>
</cp:coreProperties>
</file>