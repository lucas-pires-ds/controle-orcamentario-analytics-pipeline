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3A5F"/>
    <a:srgbClr val="E6E6E6"/>
    <a:srgbClr val="D7EEF9"/>
    <a:srgbClr val="0A0A0A"/>
    <a:srgbClr val="F3F4F8"/>
    <a:srgbClr val="F6F8FA"/>
    <a:srgbClr val="E6E8F2"/>
    <a:srgbClr val="F4F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CC14B-645B-F460-0C6D-735CBC246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C73DF3-07BB-B304-B477-D03D9048B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4C3223-5CE7-0744-F9D8-C5CDFB4E4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0CC05D-2CE0-8CE9-D86B-3BEB2A33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A0F58E-3109-E936-9011-B21060A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7366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D88C2C-0713-EFC6-7D4B-2E6C4A5CF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F0BE5C-7F3A-3EEC-7502-504B73CE0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BA69BA-77A3-4A48-D1D8-692393275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944D7F-B6CB-0F9A-906D-BB445B3D8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C94083-E975-776A-4BF1-6289A833C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8420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84E6B7-BD8A-8EF4-4326-4FD54DCC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FD0B34-5947-02DC-35D6-720E8CA73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907AB-F972-060E-48D2-249E18589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7CD38B-6658-8BC8-8E5E-DF1EE15E1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074967-DACB-FE8E-6E2A-4377BEE4A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37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8F0F9-A842-8B83-09C2-B503DBD37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5EE947-F3F6-B7D7-E0C3-07D4E2A5FE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AFEB8E2-C007-E113-A53D-4B2CE00A8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1321183-3C02-FFB4-20B8-2117C0A90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58BC2D2-AC84-B04B-DE24-E9397FE0D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E286216-A5E1-9AAF-6C3C-BB636385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1606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BCCAC6-E3D7-98BD-FF0A-BD56CA8E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C89BEF-054B-ED14-12FB-66AC1DC74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40EE10-0D53-8E90-CB56-631CDA9ED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A27982B-20B9-7EB1-3219-0498802A4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18B14E-F3EC-0A09-13BD-B325B5CDB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EB8D276-F019-7E81-EE00-3EDD8828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742A60C-3F15-7B85-A073-8C7C1AEB4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99D0363-CEA5-0BAA-B70C-A57927088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1483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2E17C7-0F34-2354-FF11-BF286FCE3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DA462AC-119B-4116-EB6C-423BBBDA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10AE1C2-620A-A25E-3718-FB7813BE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9CF86E-8265-F8AD-5B44-8122054F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651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38CDFC4-D779-AE80-2181-B79C365D3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E9A0BA3-0BCB-9007-9BBF-278D4C47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726E7D-4163-C2AB-5733-A34758B1E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6846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0AA9-DA9F-49C6-A916-F8DE31938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C03538-9253-7ABE-079E-1D114795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AA1916-64D5-E3DD-7C22-DA43B93762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A922487-8EBF-481E-83ED-F1FCC7D5B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31A4151-13EB-742A-944B-34A3D0B9F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44A95FE-FFA3-CCAF-804F-FA1A2CFF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955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CEF58-A298-1D8A-E899-70CD047B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3F6DA4-B5DE-02C9-3A4D-751B02D812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708C3F9-15F0-C9F2-C017-A8DA12B2B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CA8783-2920-140A-AB4A-E3E9A909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EA1BD99-FEBB-8DA3-65BB-5EBBB5AC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C5D0D5-7905-3FE8-F677-E284652D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6101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BC9D8-887C-4BBD-7EBA-5C5A93973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C550240-9B05-DB19-096A-516F848466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3C9244-555D-0448-82C4-EBDD779D8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0BA9F6-04AC-064D-1DB4-D77BB7B9A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2BB353-EF7E-2232-8606-D151FABD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470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1A91D93-5F16-9C7A-BC2D-57A46928B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E744C9E-9EC0-ABC1-8BC1-B0A72CDCD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AF5475-D2EF-E723-E73B-2686F176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AC35FB-D53D-C584-D7D2-9D17792CF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E541B20-88FC-EB37-F972-2594E11AB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85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D2A9B4A-86FE-C208-F8D7-47A647B5B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A6293C-E3E0-604C-D7EF-9D0873048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14B1BC-F16C-78DC-ABDB-327403848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B56B22-234B-48A0-9B90-72A4AF419D0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3955ADA-EE67-1C10-4506-69156A622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4CED509-8FFF-8389-614F-9AAADE8B3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654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805343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91290" y="2026039"/>
            <a:ext cx="453551" cy="421885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57EB1DC-6A08-BB42-DCFA-6F15BB41DE40}"/>
              </a:ext>
            </a:extLst>
          </p:cNvPr>
          <p:cNvSpPr/>
          <p:nvPr/>
        </p:nvSpPr>
        <p:spPr>
          <a:xfrm>
            <a:off x="-1170" y="-45343"/>
            <a:ext cx="12213078" cy="540522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13078" h="540522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33149" y="496334"/>
                  <a:pt x="12199798" y="491571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62406" y="595695"/>
            <a:ext cx="2377469" cy="1233105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35067" y="595695"/>
            <a:ext cx="2377469" cy="1233105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07728" y="603871"/>
            <a:ext cx="2377469" cy="122493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380389" y="603871"/>
            <a:ext cx="2377469" cy="122493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49149" y="2026039"/>
            <a:ext cx="10737908" cy="2575778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470750E-57B1-0CD6-6695-17F90F81A92A}"/>
              </a:ext>
            </a:extLst>
          </p:cNvPr>
          <p:cNvSpPr/>
          <p:nvPr/>
        </p:nvSpPr>
        <p:spPr>
          <a:xfrm>
            <a:off x="1049149" y="4820478"/>
            <a:ext cx="5178277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3BD63590-4230-B4DA-8D3B-5B261E5228D4}"/>
              </a:ext>
            </a:extLst>
          </p:cNvPr>
          <p:cNvSpPr/>
          <p:nvPr/>
        </p:nvSpPr>
        <p:spPr>
          <a:xfrm>
            <a:off x="6557396" y="4820478"/>
            <a:ext cx="5203969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DD9B057-5B8B-AEEC-0531-DFAFCD31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399" y="-496475"/>
            <a:ext cx="1946544" cy="1496684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0262A853-6CC5-638C-32C0-6E1BBA50331C}"/>
              </a:ext>
            </a:extLst>
          </p:cNvPr>
          <p:cNvSpPr/>
          <p:nvPr/>
        </p:nvSpPr>
        <p:spPr>
          <a:xfrm>
            <a:off x="1393089" y="68136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Monitoramento</a:t>
            </a:r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FAE8F446-4773-E231-C5A7-6C89961762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6410" y="672349"/>
            <a:ext cx="356262" cy="356262"/>
          </a:xfrm>
          <a:prstGeom prst="rect">
            <a:avLst/>
          </a:prstGeom>
        </p:spPr>
      </p:pic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2927746" y="628280"/>
            <a:ext cx="433589" cy="466012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691905" y="626568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457048" y="634743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247143" y="634744"/>
            <a:ext cx="447922" cy="458314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5386033A-5D2B-BB81-DB17-FE4AF621B2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8615" y="665166"/>
            <a:ext cx="356953" cy="356953"/>
          </a:xfrm>
          <a:prstGeom prst="rect">
            <a:avLst/>
          </a:prstGeom>
        </p:spPr>
      </p:pic>
      <p:pic>
        <p:nvPicPr>
          <p:cNvPr id="69" name="Imagem 68" descr="Ícone&#10;&#10;O conteúdo gerado por IA pode estar incorreto.">
            <a:extLst>
              <a:ext uri="{FF2B5EF4-FFF2-40B4-BE49-F238E27FC236}">
                <a16:creationId xmlns:a16="http://schemas.microsoft.com/office/drawing/2014/main" id="{7AAF50FD-FA58-C69A-C8F7-9BE4659779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0569" y="669341"/>
            <a:ext cx="359270" cy="359270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E0B9E829-DC81-1BF0-7000-2ACC9FCACE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1861" y="694655"/>
            <a:ext cx="328001" cy="328001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A1ACA8E9-C0F4-E4F7-6378-47AAA5A764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38" y="2826280"/>
            <a:ext cx="400935" cy="400935"/>
          </a:xfrm>
          <a:prstGeom prst="rect">
            <a:avLst/>
          </a:prstGeom>
        </p:spPr>
      </p:pic>
      <p:pic>
        <p:nvPicPr>
          <p:cNvPr id="16" name="Imagem 15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750EFD-5EB9-84F7-327A-F804A22CDF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89" y="3515829"/>
            <a:ext cx="483326" cy="483326"/>
          </a:xfrm>
          <a:prstGeom prst="rect">
            <a:avLst/>
          </a:prstGeom>
        </p:spPr>
      </p:pic>
      <p:pic>
        <p:nvPicPr>
          <p:cNvPr id="20" name="Imagem 19" descr="Ícone&#10;&#10;O conteúdo gerado por IA pode estar incorreto.">
            <a:extLst>
              <a:ext uri="{FF2B5EF4-FFF2-40B4-BE49-F238E27FC236}">
                <a16:creationId xmlns:a16="http://schemas.microsoft.com/office/drawing/2014/main" id="{95F4F035-D941-A804-F42E-3472DA42A5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06" y="2076078"/>
            <a:ext cx="334566" cy="334566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80050991-3381-8A02-8110-9D095FC4F3C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89" y="4198812"/>
            <a:ext cx="456652" cy="45665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9D0A347-19B1-96AE-D96A-6F3E5EBE936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151" y="1346299"/>
            <a:ext cx="349421" cy="34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3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805343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94520" y="2685087"/>
            <a:ext cx="450321" cy="481625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57EB1DC-6A08-BB42-DCFA-6F15BB41DE40}"/>
              </a:ext>
            </a:extLst>
          </p:cNvPr>
          <p:cNvSpPr/>
          <p:nvPr/>
        </p:nvSpPr>
        <p:spPr>
          <a:xfrm>
            <a:off x="-1170" y="-45343"/>
            <a:ext cx="12213078" cy="540522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13078" h="540522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33149" y="496334"/>
                  <a:pt x="12199798" y="491571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23457" y="574651"/>
            <a:ext cx="2377469" cy="1254149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42379" y="570816"/>
            <a:ext cx="2377469" cy="1254149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61301" y="570817"/>
            <a:ext cx="2377469" cy="1254148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480223" y="570817"/>
            <a:ext cx="2377469" cy="1254148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23457" y="2166731"/>
            <a:ext cx="8421442" cy="450154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DD9B057-5B8B-AEEC-0531-DFAFCD31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399" y="-496475"/>
            <a:ext cx="1946544" cy="1496684"/>
          </a:xfrm>
          <a:prstGeom prst="rect">
            <a:avLst/>
          </a:prstGeom>
        </p:spPr>
      </p:pic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2872933" y="613132"/>
            <a:ext cx="433589" cy="466012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681557" y="606172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764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492961" y="606172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329317" y="606172"/>
            <a:ext cx="450374" cy="46648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Imagem 15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750EFD-5EB9-84F7-327A-F804A22CDF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89" y="3465029"/>
            <a:ext cx="483326" cy="483326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80050991-3381-8A02-8110-9D095FC4F3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89" y="4211512"/>
            <a:ext cx="456652" cy="45665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9D0A347-19B1-96AE-D96A-6F3E5EBE93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151" y="1295499"/>
            <a:ext cx="349421" cy="349421"/>
          </a:xfrm>
          <a:prstGeom prst="rect">
            <a:avLst/>
          </a:prstGeom>
        </p:spPr>
      </p:pic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5DDFF6DC-D44A-A46D-56F0-9D3568F865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0" y="1911041"/>
            <a:ext cx="450321" cy="450321"/>
          </a:xfrm>
          <a:prstGeom prst="rect">
            <a:avLst/>
          </a:prstGeom>
        </p:spPr>
      </p:pic>
      <p:pic>
        <p:nvPicPr>
          <p:cNvPr id="15" name="Imagem 14" descr="Ícone&#10;&#10;O conteúdo gerado por IA pode estar incorreto.">
            <a:extLst>
              <a:ext uri="{FF2B5EF4-FFF2-40B4-BE49-F238E27FC236}">
                <a16:creationId xmlns:a16="http://schemas.microsoft.com/office/drawing/2014/main" id="{6DD0D9C7-92A9-3243-FC0E-365F9ACCC7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153" y="2743126"/>
            <a:ext cx="355674" cy="355674"/>
          </a:xfrm>
          <a:prstGeom prst="rect">
            <a:avLst/>
          </a:prstGeom>
        </p:spPr>
      </p:pic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48C9E3-6494-5DBF-B726-271748E11AEE}"/>
              </a:ext>
            </a:extLst>
          </p:cNvPr>
          <p:cNvSpPr/>
          <p:nvPr/>
        </p:nvSpPr>
        <p:spPr>
          <a:xfrm>
            <a:off x="9710530" y="2174508"/>
            <a:ext cx="2347367" cy="228275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1320CE6E-A79C-944E-0F18-343E50B290DF}"/>
              </a:ext>
            </a:extLst>
          </p:cNvPr>
          <p:cNvSpPr/>
          <p:nvPr/>
        </p:nvSpPr>
        <p:spPr>
          <a:xfrm>
            <a:off x="9710530" y="4668164"/>
            <a:ext cx="2337317" cy="2000109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EC12CAE6-C32E-A834-C9AC-32A219FA52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0020" y="679809"/>
            <a:ext cx="332657" cy="332657"/>
          </a:xfrm>
          <a:prstGeom prst="rect">
            <a:avLst/>
          </a:prstGeom>
        </p:spPr>
      </p:pic>
      <p:pic>
        <p:nvPicPr>
          <p:cNvPr id="24" name="Imagem 23" descr="Ícone&#10;&#10;O conteúdo gerado por IA pode estar incorreto.">
            <a:extLst>
              <a:ext uri="{FF2B5EF4-FFF2-40B4-BE49-F238E27FC236}">
                <a16:creationId xmlns:a16="http://schemas.microsoft.com/office/drawing/2014/main" id="{0EC35161-6032-EBC3-1CDC-7F1E5AF964A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239" y="655550"/>
            <a:ext cx="331817" cy="331817"/>
          </a:xfrm>
          <a:prstGeom prst="rect">
            <a:avLst/>
          </a:prstGeom>
        </p:spPr>
      </p:pic>
      <p:pic>
        <p:nvPicPr>
          <p:cNvPr id="29" name="Imagem 28" descr="Ícone&#10;&#10;O conteúdo gerado por IA pode estar incorreto.">
            <a:extLst>
              <a:ext uri="{FF2B5EF4-FFF2-40B4-BE49-F238E27FC236}">
                <a16:creationId xmlns:a16="http://schemas.microsoft.com/office/drawing/2014/main" id="{6EF39C74-10D2-438D-6758-7FC5583D575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3752" y="650587"/>
            <a:ext cx="341503" cy="341503"/>
          </a:xfrm>
          <a:prstGeom prst="rect">
            <a:avLst/>
          </a:prstGeom>
        </p:spPr>
      </p:pic>
      <p:pic>
        <p:nvPicPr>
          <p:cNvPr id="31" name="Imagem 30" descr="Ícone&#10;&#10;O conteúdo gerado por IA pode estar incorreto.">
            <a:extLst>
              <a:ext uri="{FF2B5EF4-FFF2-40B4-BE49-F238E27FC236}">
                <a16:creationId xmlns:a16="http://schemas.microsoft.com/office/drawing/2014/main" id="{D8DFE3BC-925E-2547-8113-3CEB4424401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340" y="665418"/>
            <a:ext cx="331634" cy="331634"/>
          </a:xfrm>
          <a:prstGeom prst="rect">
            <a:avLst/>
          </a:prstGeom>
        </p:spPr>
      </p:pic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2C9A988D-D6ED-7BE9-2DE2-2FF0E649A084}"/>
              </a:ext>
            </a:extLst>
          </p:cNvPr>
          <p:cNvSpPr/>
          <p:nvPr/>
        </p:nvSpPr>
        <p:spPr>
          <a:xfrm>
            <a:off x="1393089" y="68136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Detalhamento</a:t>
            </a:r>
          </a:p>
        </p:txBody>
      </p:sp>
    </p:spTree>
    <p:extLst>
      <p:ext uri="{BB962C8B-B14F-4D97-AF65-F5344CB8AC3E}">
        <p14:creationId xmlns:p14="http://schemas.microsoft.com/office/powerpoint/2010/main" val="38040372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Pires</dc:creator>
  <cp:lastModifiedBy>Lucas Pires</cp:lastModifiedBy>
  <cp:revision>18</cp:revision>
  <dcterms:created xsi:type="dcterms:W3CDTF">2026-01-24T16:46:54Z</dcterms:created>
  <dcterms:modified xsi:type="dcterms:W3CDTF">2026-01-25T04:14:20Z</dcterms:modified>
</cp:coreProperties>
</file>