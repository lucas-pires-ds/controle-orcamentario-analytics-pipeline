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F3A5F"/>
    <a:srgbClr val="F5F7FA"/>
    <a:srgbClr val="E6E6E6"/>
    <a:srgbClr val="D7EEF9"/>
    <a:srgbClr val="0A0A0A"/>
    <a:srgbClr val="F3F4F8"/>
    <a:srgbClr val="F6F8FA"/>
    <a:srgbClr val="E6E8F2"/>
    <a:srgbClr val="F4F5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4" autoAdjust="0"/>
    <p:restoredTop sz="94660"/>
  </p:normalViewPr>
  <p:slideViewPr>
    <p:cSldViewPr snapToGrid="0">
      <p:cViewPr>
        <p:scale>
          <a:sx n="100" d="100"/>
          <a:sy n="100" d="100"/>
        </p:scale>
        <p:origin x="678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CC14B-645B-F460-0C6D-735CBC246A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7C73DF3-07BB-B304-B477-D03D9048B2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14C3223-5CE7-0744-F9D8-C5CDFB4E4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C0CC05D-2CE0-8CE9-D86B-3BEB2A331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9A0F58E-3109-E936-9011-B21060A00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7366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D88C2C-0713-EFC6-7D4B-2E6C4A5CF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F0BE5C-7F3A-3EEC-7502-504B73CE0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BA69BA-77A3-4A48-D1D8-692393275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944D7F-B6CB-0F9A-906D-BB445B3D8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5C94083-E975-776A-4BF1-6289A833C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8420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84E6B7-BD8A-8EF4-4326-4FD54DCCF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9FD0B34-5947-02DC-35D6-720E8CA736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88907AB-F972-060E-48D2-249E18589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07CD38B-6658-8BC8-8E5E-DF1EE15E1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074967-DACB-FE8E-6E2A-4377BEE4A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3376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18F0F9-A842-8B83-09C2-B503DBD37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5EE947-F3F6-B7D7-E0C3-07D4E2A5FE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AFEB8E2-C007-E113-A53D-4B2CE00A8B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1321183-3C02-FFB4-20B8-2117C0A90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58BC2D2-AC84-B04B-DE24-E9397FE0D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E286216-A5E1-9AAF-6C3C-BB6363859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1606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BCCAC6-E3D7-98BD-FF0A-BD56CA8E8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8C89BEF-054B-ED14-12FB-66AC1DC745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140EE10-0D53-8E90-CB56-631CDA9ED8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A27982B-20B9-7EB1-3219-0498802A4D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18B14E-F3EC-0A09-13BD-B325B5CDBB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EB8D276-F019-7E81-EE00-3EDD8828F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742A60C-3F15-7B85-A073-8C7C1AEB4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99D0363-CEA5-0BAA-B70C-A57927088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1483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2E17C7-0F34-2354-FF11-BF286FCE3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DA462AC-119B-4116-EB6C-423BBBDAA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10AE1C2-620A-A25E-3718-FB7813BE3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39CF86E-8265-F8AD-5B44-8122054F9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651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38CDFC4-D779-AE80-2181-B79C365D3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E9A0BA3-0BCB-9007-9BBF-278D4C477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4726E7D-4163-C2AB-5733-A34758B1E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6846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4F0AA9-DA9F-49C6-A916-F8DE31938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4C03538-9253-7ABE-079E-1D1147958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FAA1916-64D5-E3DD-7C22-DA43B93762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A922487-8EBF-481E-83ED-F1FCC7D5B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31A4151-13EB-742A-944B-34A3D0B9F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44A95FE-FFA3-CCAF-804F-FA1A2CFF1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9550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5CEF58-A298-1D8A-E899-70CD047B5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FB3F6DA4-B5DE-02C9-3A4D-751B02D812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708C3F9-15F0-C9F2-C017-A8DA12B2B1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8CA8783-2920-140A-AB4A-E3E9A909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EA1BD99-FEBB-8DA3-65BB-5EBBB5AC5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C5D0D5-7905-3FE8-F677-E284652D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6101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DBC9D8-887C-4BBD-7EBA-5C5A93973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C550240-9B05-DB19-096A-516F848466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53C9244-555D-0448-82C4-EBDD779D8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B0BA9F6-04AC-064D-1DB4-D77BB7B9A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62BB353-EF7E-2232-8606-D151FABD8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4702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1A91D93-5F16-9C7A-BC2D-57A46928BB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E744C9E-9EC0-ABC1-8BC1-B0A72CDCDF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9AF5475-D2EF-E723-E73B-2686F176E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FAC35FB-D53D-C584-D7D2-9D17792CF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E541B20-88FC-EB37-F972-2594E11AB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8557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D2A9B4A-86FE-C208-F8D7-47A647B5B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2A6293C-E3E0-604C-D7EF-9D08730484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814B1BC-F16C-78DC-ABDB-3274038486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B56B22-234B-48A0-9B90-72A4AF419D03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3955ADA-EE67-1C10-4506-69156A6220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4CED509-8FFF-8389-614F-9AAADE8B33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6549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2.png"/><Relationship Id="rId7" Type="http://schemas.openxmlformats.org/officeDocument/2006/relationships/image" Target="../media/image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11" Type="http://schemas.openxmlformats.org/officeDocument/2006/relationships/image" Target="../media/image16.png"/><Relationship Id="rId5" Type="http://schemas.openxmlformats.org/officeDocument/2006/relationships/image" Target="../media/image14.png"/><Relationship Id="rId10" Type="http://schemas.openxmlformats.org/officeDocument/2006/relationships/image" Target="../media/image15.png"/><Relationship Id="rId4" Type="http://schemas.openxmlformats.org/officeDocument/2006/relationships/image" Target="../media/image13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8.png"/><Relationship Id="rId5" Type="http://schemas.openxmlformats.org/officeDocument/2006/relationships/image" Target="../media/image4.png"/><Relationship Id="rId10" Type="http://schemas.openxmlformats.org/officeDocument/2006/relationships/image" Target="../media/image17.png"/><Relationship Id="rId4" Type="http://schemas.openxmlformats.org/officeDocument/2006/relationships/image" Target="../media/image3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6.png"/><Relationship Id="rId5" Type="http://schemas.openxmlformats.org/officeDocument/2006/relationships/image" Target="../media/image9.png"/><Relationship Id="rId10" Type="http://schemas.openxmlformats.org/officeDocument/2006/relationships/image" Target="../media/image22.png"/><Relationship Id="rId4" Type="http://schemas.openxmlformats.org/officeDocument/2006/relationships/image" Target="../media/image5.png"/><Relationship Id="rId9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EFED8F11-7150-C394-9384-7FB50B3742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25E4AD4-D58D-2167-8E04-797229EAFB6D}"/>
              </a:ext>
            </a:extLst>
          </p:cNvPr>
          <p:cNvSpPr/>
          <p:nvPr/>
        </p:nvSpPr>
        <p:spPr>
          <a:xfrm>
            <a:off x="-177079" y="897622"/>
            <a:ext cx="715733" cy="4337108"/>
          </a:xfrm>
          <a:prstGeom prst="roundRect">
            <a:avLst/>
          </a:prstGeom>
          <a:solidFill>
            <a:srgbClr val="2F3A5F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A3A9F8A-FCE2-E86D-AFA2-D068A07E5900}"/>
              </a:ext>
            </a:extLst>
          </p:cNvPr>
          <p:cNvSpPr/>
          <p:nvPr/>
        </p:nvSpPr>
        <p:spPr>
          <a:xfrm>
            <a:off x="91291" y="2096342"/>
            <a:ext cx="348481" cy="351582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657EB1DC-6A08-BB42-DCFA-6F15BB41DE40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C26449B-EDB2-FD78-A80D-52380FF78B60}"/>
              </a:ext>
            </a:extLst>
          </p:cNvPr>
          <p:cNvSpPr/>
          <p:nvPr/>
        </p:nvSpPr>
        <p:spPr>
          <a:xfrm>
            <a:off x="1062406" y="872533"/>
            <a:ext cx="2377469" cy="1037820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1D1ACFA-3461-5FAE-3782-4DD171E7EFDF}"/>
              </a:ext>
            </a:extLst>
          </p:cNvPr>
          <p:cNvSpPr/>
          <p:nvPr/>
        </p:nvSpPr>
        <p:spPr>
          <a:xfrm>
            <a:off x="3838574" y="878241"/>
            <a:ext cx="2377469" cy="103782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5F19F60-83F0-EC32-4520-3604AE1ADE84}"/>
              </a:ext>
            </a:extLst>
          </p:cNvPr>
          <p:cNvSpPr/>
          <p:nvPr/>
        </p:nvSpPr>
        <p:spPr>
          <a:xfrm>
            <a:off x="6611235" y="886416"/>
            <a:ext cx="2377469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6A632AA5-8ABB-DC7E-9099-17ABD1D11638}"/>
              </a:ext>
            </a:extLst>
          </p:cNvPr>
          <p:cNvSpPr/>
          <p:nvPr/>
        </p:nvSpPr>
        <p:spPr>
          <a:xfrm>
            <a:off x="9383896" y="886416"/>
            <a:ext cx="2377469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150E8CFD-F5FC-3CEB-1CE3-7FEEBA137545}"/>
              </a:ext>
            </a:extLst>
          </p:cNvPr>
          <p:cNvSpPr/>
          <p:nvPr/>
        </p:nvSpPr>
        <p:spPr>
          <a:xfrm>
            <a:off x="1049149" y="2026039"/>
            <a:ext cx="10737908" cy="2575778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A470750E-57B1-0CD6-6695-17F90F81A92A}"/>
              </a:ext>
            </a:extLst>
          </p:cNvPr>
          <p:cNvSpPr/>
          <p:nvPr/>
        </p:nvSpPr>
        <p:spPr>
          <a:xfrm>
            <a:off x="1049149" y="4820478"/>
            <a:ext cx="10737908" cy="1921835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C7E92271-A996-51B7-F0A8-340C6196C6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40" name="Imagem 39" descr="Logotipo&#10;&#10;O conteúdo gerado por IA pode estar incorreto.">
            <a:extLst>
              <a:ext uri="{FF2B5EF4-FFF2-40B4-BE49-F238E27FC236}">
                <a16:creationId xmlns:a16="http://schemas.microsoft.com/office/drawing/2014/main" id="{3DD9B057-5B8B-AEEC-0531-DFAFCD316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0262A853-6CC5-638C-32C0-6E1BBA50331C}"/>
              </a:ext>
            </a:extLst>
          </p:cNvPr>
          <p:cNvSpPr/>
          <p:nvPr/>
        </p:nvSpPr>
        <p:spPr>
          <a:xfrm>
            <a:off x="1699976" y="227802"/>
            <a:ext cx="2532868" cy="309954"/>
          </a:xfrm>
          <a:prstGeom prst="roundRect">
            <a:avLst>
              <a:gd name="adj" fmla="val 26287"/>
            </a:avLst>
          </a:prstGeom>
          <a:solidFill>
            <a:srgbClr val="2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Operacional – Monitoramento</a:t>
            </a:r>
          </a:p>
        </p:txBody>
      </p:sp>
      <p:pic>
        <p:nvPicPr>
          <p:cNvPr id="53" name="Imagem 52" descr="Ícone&#10;&#10;O conteúdo gerado por IA pode estar incorreto.">
            <a:extLst>
              <a:ext uri="{FF2B5EF4-FFF2-40B4-BE49-F238E27FC236}">
                <a16:creationId xmlns:a16="http://schemas.microsoft.com/office/drawing/2014/main" id="{FAE8F446-4773-E231-C5A7-6C89961762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2031" y="947512"/>
            <a:ext cx="309734" cy="309734"/>
          </a:xfrm>
          <a:prstGeom prst="rect">
            <a:avLst/>
          </a:prstGeom>
        </p:spPr>
      </p:pic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D4F2FB47-E006-A114-B89C-26A04457A230}"/>
              </a:ext>
            </a:extLst>
          </p:cNvPr>
          <p:cNvSpPr/>
          <p:nvPr/>
        </p:nvSpPr>
        <p:spPr>
          <a:xfrm>
            <a:off x="3025008" y="897622"/>
            <a:ext cx="383779" cy="406040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D9909437-8353-1D03-C311-8E09F289071E}"/>
              </a:ext>
            </a:extLst>
          </p:cNvPr>
          <p:cNvSpPr/>
          <p:nvPr/>
        </p:nvSpPr>
        <p:spPr>
          <a:xfrm>
            <a:off x="5769033" y="909113"/>
            <a:ext cx="418317" cy="402043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849E17AF-F204-D19B-83B7-493ED982D77C}"/>
              </a:ext>
            </a:extLst>
          </p:cNvPr>
          <p:cNvSpPr/>
          <p:nvPr/>
        </p:nvSpPr>
        <p:spPr>
          <a:xfrm>
            <a:off x="8615655" y="917288"/>
            <a:ext cx="337606" cy="393868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52FF75AF-44A2-0E85-0E41-7AB475B2B28B}"/>
              </a:ext>
            </a:extLst>
          </p:cNvPr>
          <p:cNvSpPr/>
          <p:nvPr/>
        </p:nvSpPr>
        <p:spPr>
          <a:xfrm>
            <a:off x="11375942" y="917289"/>
            <a:ext cx="351700" cy="393867"/>
          </a:xfrm>
          <a:prstGeom prst="roundRect">
            <a:avLst>
              <a:gd name="adj" fmla="val 35127"/>
            </a:avLst>
          </a:prstGeom>
          <a:solidFill>
            <a:srgbClr val="2F3A5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5386033A-5D2B-BB81-DB17-FE4AF621B2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479" y="947711"/>
            <a:ext cx="309535" cy="309535"/>
          </a:xfrm>
          <a:prstGeom prst="rect">
            <a:avLst/>
          </a:prstGeom>
        </p:spPr>
      </p:pic>
      <p:pic>
        <p:nvPicPr>
          <p:cNvPr id="71" name="Imagem 70" descr="Ícone&#10;&#10;O conteúdo gerado por IA pode estar incorreto.">
            <a:extLst>
              <a:ext uri="{FF2B5EF4-FFF2-40B4-BE49-F238E27FC236}">
                <a16:creationId xmlns:a16="http://schemas.microsoft.com/office/drawing/2014/main" id="{E0B9E829-DC81-1BF0-7000-2ACC9FCACE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4435" y="975405"/>
            <a:ext cx="280046" cy="280046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A1ACA8E9-C0F4-E4F7-6378-47AAA5A764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2818496"/>
            <a:ext cx="351582" cy="351582"/>
          </a:xfrm>
          <a:prstGeom prst="rect">
            <a:avLst/>
          </a:prstGeom>
        </p:spPr>
      </p:pic>
      <p:pic>
        <p:nvPicPr>
          <p:cNvPr id="16" name="Imagem 15" descr="Logotipo, Ícone&#10;&#10;O conteúdo gerado por IA pode estar incorreto.">
            <a:extLst>
              <a:ext uri="{FF2B5EF4-FFF2-40B4-BE49-F238E27FC236}">
                <a16:creationId xmlns:a16="http://schemas.microsoft.com/office/drawing/2014/main" id="{72750EFD-5EB9-84F7-327A-F804A22CDF6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3647572"/>
            <a:ext cx="351582" cy="351582"/>
          </a:xfrm>
          <a:prstGeom prst="rect">
            <a:avLst/>
          </a:prstGeom>
        </p:spPr>
      </p:pic>
      <p:pic>
        <p:nvPicPr>
          <p:cNvPr id="20" name="Imagem 19" descr="Ícone&#10;&#10;O conteúdo gerado por IA pode estar incorreto.">
            <a:extLst>
              <a:ext uri="{FF2B5EF4-FFF2-40B4-BE49-F238E27FC236}">
                <a16:creationId xmlns:a16="http://schemas.microsoft.com/office/drawing/2014/main" id="{95F4F035-D941-A804-F42E-3472DA42A5B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08" y="2135685"/>
            <a:ext cx="296136" cy="296136"/>
          </a:xfrm>
          <a:prstGeom prst="rect">
            <a:avLst/>
          </a:prstGeom>
        </p:spPr>
      </p:pic>
      <p:pic>
        <p:nvPicPr>
          <p:cNvPr id="22" name="Imagem 21" descr="Ícone&#10;&#10;O conteúdo gerado por IA pode estar incorreto.">
            <a:extLst>
              <a:ext uri="{FF2B5EF4-FFF2-40B4-BE49-F238E27FC236}">
                <a16:creationId xmlns:a16="http://schemas.microsoft.com/office/drawing/2014/main" id="{80050991-3381-8A02-8110-9D095FC4F3C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4303881"/>
            <a:ext cx="351582" cy="351582"/>
          </a:xfrm>
          <a:prstGeom prst="rect">
            <a:avLst/>
          </a:prstGeom>
        </p:spPr>
      </p:pic>
      <p:pic>
        <p:nvPicPr>
          <p:cNvPr id="25" name="Imagem 2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09D0A347-19B1-96AE-D96A-6F3E5EBE936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  <p:pic>
        <p:nvPicPr>
          <p:cNvPr id="3" name="Imagem 2" descr="Ícone&#10;&#10;O conteúdo gerado por IA pode estar incorreto.">
            <a:extLst>
              <a:ext uri="{FF2B5EF4-FFF2-40B4-BE49-F238E27FC236}">
                <a16:creationId xmlns:a16="http://schemas.microsoft.com/office/drawing/2014/main" id="{60520814-EC16-C5F5-700B-70441E084DD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986" y="965077"/>
            <a:ext cx="273612" cy="30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63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EFED8F11-7150-C394-9384-7FB50B3742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25E4AD4-D58D-2167-8E04-797229EAFB6D}"/>
              </a:ext>
            </a:extLst>
          </p:cNvPr>
          <p:cNvSpPr/>
          <p:nvPr/>
        </p:nvSpPr>
        <p:spPr>
          <a:xfrm>
            <a:off x="-177079" y="897622"/>
            <a:ext cx="702349" cy="4337108"/>
          </a:xfrm>
          <a:prstGeom prst="roundRect">
            <a:avLst/>
          </a:prstGeom>
          <a:solidFill>
            <a:srgbClr val="2F3A5F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A3A9F8A-FCE2-E86D-AFA2-D068A07E5900}"/>
              </a:ext>
            </a:extLst>
          </p:cNvPr>
          <p:cNvSpPr/>
          <p:nvPr/>
        </p:nvSpPr>
        <p:spPr>
          <a:xfrm>
            <a:off x="84996" y="2759869"/>
            <a:ext cx="376967" cy="406843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C26449B-EDB2-FD78-A80D-52380FF78B60}"/>
              </a:ext>
            </a:extLst>
          </p:cNvPr>
          <p:cNvSpPr/>
          <p:nvPr/>
        </p:nvSpPr>
        <p:spPr>
          <a:xfrm>
            <a:off x="1023457" y="898501"/>
            <a:ext cx="2377469" cy="1078503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1D1ACFA-3461-5FAE-3782-4DD171E7EFDF}"/>
              </a:ext>
            </a:extLst>
          </p:cNvPr>
          <p:cNvSpPr/>
          <p:nvPr/>
        </p:nvSpPr>
        <p:spPr>
          <a:xfrm>
            <a:off x="3842379" y="894666"/>
            <a:ext cx="2377469" cy="1078503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5F19F60-83F0-EC32-4520-3604AE1ADE84}"/>
              </a:ext>
            </a:extLst>
          </p:cNvPr>
          <p:cNvSpPr/>
          <p:nvPr/>
        </p:nvSpPr>
        <p:spPr>
          <a:xfrm>
            <a:off x="6661301" y="894667"/>
            <a:ext cx="2377469" cy="1078502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6A632AA5-8ABB-DC7E-9099-17ABD1D11638}"/>
              </a:ext>
            </a:extLst>
          </p:cNvPr>
          <p:cNvSpPr/>
          <p:nvPr/>
        </p:nvSpPr>
        <p:spPr>
          <a:xfrm>
            <a:off x="9480223" y="894667"/>
            <a:ext cx="2377469" cy="1078502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150E8CFD-F5FC-3CEB-1CE3-7FEEBA137545}"/>
              </a:ext>
            </a:extLst>
          </p:cNvPr>
          <p:cNvSpPr/>
          <p:nvPr/>
        </p:nvSpPr>
        <p:spPr>
          <a:xfrm>
            <a:off x="811793" y="2166731"/>
            <a:ext cx="8421442" cy="4501542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C7E92271-A996-51B7-F0A8-340C6196C6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3" name="Imagem 2" descr="Ícone&#10;&#10;O conteúdo gerado por IA pode estar incorreto.">
            <a:extLst>
              <a:ext uri="{FF2B5EF4-FFF2-40B4-BE49-F238E27FC236}">
                <a16:creationId xmlns:a16="http://schemas.microsoft.com/office/drawing/2014/main" id="{5DDFF6DC-D44A-A46D-56F0-9D3568F865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1" y="2011480"/>
            <a:ext cx="349882" cy="349882"/>
          </a:xfrm>
          <a:prstGeom prst="rect">
            <a:avLst/>
          </a:prstGeom>
        </p:spPr>
      </p:pic>
      <p:pic>
        <p:nvPicPr>
          <p:cNvPr id="15" name="Imagem 14" descr="Ícone&#10;&#10;O conteúdo gerado por IA pode estar incorreto.">
            <a:extLst>
              <a:ext uri="{FF2B5EF4-FFF2-40B4-BE49-F238E27FC236}">
                <a16:creationId xmlns:a16="http://schemas.microsoft.com/office/drawing/2014/main" id="{6DD0D9C7-92A9-3243-FC0E-365F9ACCC7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628" y="2819806"/>
            <a:ext cx="278993" cy="278993"/>
          </a:xfrm>
          <a:prstGeom prst="rect">
            <a:avLst/>
          </a:prstGeom>
        </p:spPr>
      </p:pic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7B48C9E3-6494-5DBF-B726-271748E11AEE}"/>
              </a:ext>
            </a:extLst>
          </p:cNvPr>
          <p:cNvSpPr/>
          <p:nvPr/>
        </p:nvSpPr>
        <p:spPr>
          <a:xfrm>
            <a:off x="9480224" y="2174508"/>
            <a:ext cx="2577674" cy="2129373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1320CE6E-A79C-944E-0F18-343E50B290DF}"/>
              </a:ext>
            </a:extLst>
          </p:cNvPr>
          <p:cNvSpPr/>
          <p:nvPr/>
        </p:nvSpPr>
        <p:spPr>
          <a:xfrm>
            <a:off x="9480224" y="4538900"/>
            <a:ext cx="2567624" cy="2129373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1" name="Imagem 20" descr="Ícone&#10;&#10;O conteúdo gerado por IA pode estar incorreto.">
            <a:extLst>
              <a:ext uri="{FF2B5EF4-FFF2-40B4-BE49-F238E27FC236}">
                <a16:creationId xmlns:a16="http://schemas.microsoft.com/office/drawing/2014/main" id="{EC12CAE6-C32E-A834-C9AC-32A219FA52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08" y="996463"/>
            <a:ext cx="255261" cy="255261"/>
          </a:xfrm>
          <a:prstGeom prst="rect">
            <a:avLst/>
          </a:prstGeom>
        </p:spPr>
      </p:pic>
      <p:pic>
        <p:nvPicPr>
          <p:cNvPr id="31" name="Imagem 30" descr="Ícone&#10;&#10;O conteúdo gerado por IA pode estar incorreto.">
            <a:extLst>
              <a:ext uri="{FF2B5EF4-FFF2-40B4-BE49-F238E27FC236}">
                <a16:creationId xmlns:a16="http://schemas.microsoft.com/office/drawing/2014/main" id="{D8DFE3BC-925E-2547-8113-3CEB442440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3643" y="989268"/>
            <a:ext cx="269652" cy="269652"/>
          </a:xfrm>
          <a:prstGeom prst="rect">
            <a:avLst/>
          </a:prstGeom>
        </p:spPr>
      </p:pic>
      <p:sp>
        <p:nvSpPr>
          <p:cNvPr id="2" name="Retângulo: Cantos Arredondados 42">
            <a:extLst>
              <a:ext uri="{FF2B5EF4-FFF2-40B4-BE49-F238E27FC236}">
                <a16:creationId xmlns:a16="http://schemas.microsoft.com/office/drawing/2014/main" id="{63991A6C-31A1-40A6-38E0-38B21DBA2385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 descr="Logotipo&#10;&#10;O conteúdo gerado por IA pode estar incorreto.">
            <a:extLst>
              <a:ext uri="{FF2B5EF4-FFF2-40B4-BE49-F238E27FC236}">
                <a16:creationId xmlns:a16="http://schemas.microsoft.com/office/drawing/2014/main" id="{F7C61615-0B47-2FC3-31FA-B5E03D16DB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F288548A-4110-00B2-C001-C805A80B227E}"/>
              </a:ext>
            </a:extLst>
          </p:cNvPr>
          <p:cNvSpPr/>
          <p:nvPr/>
        </p:nvSpPr>
        <p:spPr>
          <a:xfrm>
            <a:off x="1699976" y="227802"/>
            <a:ext cx="2532868" cy="309954"/>
          </a:xfrm>
          <a:prstGeom prst="roundRect">
            <a:avLst>
              <a:gd name="adj" fmla="val 26287"/>
            </a:avLst>
          </a:prstGeom>
          <a:solidFill>
            <a:srgbClr val="2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Operacional – Detalhamento</a:t>
            </a:r>
          </a:p>
        </p:txBody>
      </p:sp>
      <p:pic>
        <p:nvPicPr>
          <p:cNvPr id="12" name="Imagem 11" descr="Logotipo, Ícone&#10;&#10;O conteúdo gerado por IA pode estar incorreto.">
            <a:extLst>
              <a:ext uri="{FF2B5EF4-FFF2-40B4-BE49-F238E27FC236}">
                <a16:creationId xmlns:a16="http://schemas.microsoft.com/office/drawing/2014/main" id="{BB80548D-950E-8D51-68FE-BE6B82C2B1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30" y="3639952"/>
            <a:ext cx="351582" cy="351582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7A023A8A-AE9A-9ADB-9B3E-1DB876F587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4303881"/>
            <a:ext cx="351582" cy="351582"/>
          </a:xfrm>
          <a:prstGeom prst="rect">
            <a:avLst/>
          </a:prstGeom>
        </p:spPr>
      </p:pic>
      <p:pic>
        <p:nvPicPr>
          <p:cNvPr id="14" name="Imagem 13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40D1A4E2-482B-B875-1CD3-25239AC08C0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CC698D58-1F9B-2973-DA50-83C730A06717}"/>
              </a:ext>
            </a:extLst>
          </p:cNvPr>
          <p:cNvSpPr/>
          <p:nvPr/>
        </p:nvSpPr>
        <p:spPr>
          <a:xfrm>
            <a:off x="2989250" y="922380"/>
            <a:ext cx="383779" cy="406040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A94D199B-B254-6A6D-AFA8-4406AA7564C1}"/>
              </a:ext>
            </a:extLst>
          </p:cNvPr>
          <p:cNvSpPr/>
          <p:nvPr/>
        </p:nvSpPr>
        <p:spPr>
          <a:xfrm>
            <a:off x="5759526" y="919796"/>
            <a:ext cx="418317" cy="402043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0E19E131-03D2-D92F-69A8-033EF3C082B8}"/>
              </a:ext>
            </a:extLst>
          </p:cNvPr>
          <p:cNvSpPr/>
          <p:nvPr/>
        </p:nvSpPr>
        <p:spPr>
          <a:xfrm>
            <a:off x="8651222" y="934552"/>
            <a:ext cx="337606" cy="393868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C71CE498-97D1-4D8B-F632-AA7BBBAEC550}"/>
              </a:ext>
            </a:extLst>
          </p:cNvPr>
          <p:cNvSpPr/>
          <p:nvPr/>
        </p:nvSpPr>
        <p:spPr>
          <a:xfrm>
            <a:off x="11478246" y="910788"/>
            <a:ext cx="351700" cy="393867"/>
          </a:xfrm>
          <a:prstGeom prst="roundRect">
            <a:avLst>
              <a:gd name="adj" fmla="val 35127"/>
            </a:avLst>
          </a:prstGeom>
          <a:solidFill>
            <a:srgbClr val="2F3A5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7" name="Imagem 26">
            <a:extLst>
              <a:ext uri="{FF2B5EF4-FFF2-40B4-BE49-F238E27FC236}">
                <a16:creationId xmlns:a16="http://schemas.microsoft.com/office/drawing/2014/main" id="{7D29B853-6F2E-F696-251D-5D6F4336C5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1222" y="953913"/>
            <a:ext cx="337605" cy="337605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F7D75856-54AC-12C7-D9BF-F9D2F980342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0697" y="977017"/>
            <a:ext cx="274707" cy="274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0372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A059C2-C4A4-B63E-F1E1-85D995A85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45E11D63-BBE6-BDCF-114B-A605ABA514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9DA83FE9-4556-0BC2-4684-C023939A94F6}"/>
              </a:ext>
            </a:extLst>
          </p:cNvPr>
          <p:cNvSpPr/>
          <p:nvPr/>
        </p:nvSpPr>
        <p:spPr>
          <a:xfrm>
            <a:off x="-177079" y="897622"/>
            <a:ext cx="715733" cy="4337108"/>
          </a:xfrm>
          <a:prstGeom prst="roundRect">
            <a:avLst/>
          </a:prstGeom>
          <a:solidFill>
            <a:srgbClr val="2F3A5F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34CEEA33-8D78-0A90-2C50-B77250D0C733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7B0AAC71-D4F2-B509-F02D-DA1CDC005A9C}"/>
              </a:ext>
            </a:extLst>
          </p:cNvPr>
          <p:cNvSpPr/>
          <p:nvPr/>
        </p:nvSpPr>
        <p:spPr>
          <a:xfrm>
            <a:off x="1049149" y="949534"/>
            <a:ext cx="2387600" cy="1037820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41C8273C-8026-BE1D-4E2D-EFAE5A122036}"/>
              </a:ext>
            </a:extLst>
          </p:cNvPr>
          <p:cNvSpPr/>
          <p:nvPr/>
        </p:nvSpPr>
        <p:spPr>
          <a:xfrm>
            <a:off x="3813903" y="949534"/>
            <a:ext cx="2387600" cy="103782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FB556580-20D0-5196-3206-249BDACADC40}"/>
              </a:ext>
            </a:extLst>
          </p:cNvPr>
          <p:cNvSpPr/>
          <p:nvPr/>
        </p:nvSpPr>
        <p:spPr>
          <a:xfrm>
            <a:off x="9380638" y="950110"/>
            <a:ext cx="2387600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7433BFA1-C2CE-2D8D-6401-6AD7D6B8D1EA}"/>
              </a:ext>
            </a:extLst>
          </p:cNvPr>
          <p:cNvSpPr/>
          <p:nvPr/>
        </p:nvSpPr>
        <p:spPr>
          <a:xfrm>
            <a:off x="1049149" y="2144577"/>
            <a:ext cx="10737908" cy="2418961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CD45ED86-85EB-46B1-CBAD-4C2114EB13BB}"/>
              </a:ext>
            </a:extLst>
          </p:cNvPr>
          <p:cNvSpPr/>
          <p:nvPr/>
        </p:nvSpPr>
        <p:spPr>
          <a:xfrm>
            <a:off x="1049149" y="4820478"/>
            <a:ext cx="10737908" cy="1921835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5CD6965F-0E66-8080-2B63-26B4C3F43A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40" name="Imagem 39" descr="Logotipo&#10;&#10;O conteúdo gerado por IA pode estar incorreto.">
            <a:extLst>
              <a:ext uri="{FF2B5EF4-FFF2-40B4-BE49-F238E27FC236}">
                <a16:creationId xmlns:a16="http://schemas.microsoft.com/office/drawing/2014/main" id="{95EDC010-24E1-5CEF-002C-3286AF360F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412D39A9-6C07-5E90-08AF-839E1F1508C5}"/>
              </a:ext>
            </a:extLst>
          </p:cNvPr>
          <p:cNvSpPr/>
          <p:nvPr/>
        </p:nvSpPr>
        <p:spPr>
          <a:xfrm>
            <a:off x="1699975" y="227802"/>
            <a:ext cx="3205399" cy="309954"/>
          </a:xfrm>
          <a:prstGeom prst="roundRect">
            <a:avLst>
              <a:gd name="adj" fmla="val 26287"/>
            </a:avLst>
          </a:prstGeom>
          <a:solidFill>
            <a:srgbClr val="2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 err="1"/>
              <a:t>Analytics</a:t>
            </a:r>
            <a:r>
              <a:rPr lang="pt-BR" sz="1400" dirty="0"/>
              <a:t> – Performance Orçamentária</a:t>
            </a:r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F595D844-0F89-2048-AACE-2738058B0DE5}"/>
              </a:ext>
            </a:extLst>
          </p:cNvPr>
          <p:cNvSpPr/>
          <p:nvPr/>
        </p:nvSpPr>
        <p:spPr>
          <a:xfrm>
            <a:off x="3008184" y="970568"/>
            <a:ext cx="347291" cy="374036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96776456-D4CC-50D0-18CC-6B38E52727BB}"/>
              </a:ext>
            </a:extLst>
          </p:cNvPr>
          <p:cNvSpPr/>
          <p:nvPr/>
        </p:nvSpPr>
        <p:spPr>
          <a:xfrm>
            <a:off x="5792658" y="973108"/>
            <a:ext cx="372871" cy="362545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53" name="Imagem 52" descr="Ícone&#10;&#10;O conteúdo gerado por IA pode estar incorreto.">
            <a:extLst>
              <a:ext uri="{FF2B5EF4-FFF2-40B4-BE49-F238E27FC236}">
                <a16:creationId xmlns:a16="http://schemas.microsoft.com/office/drawing/2014/main" id="{8A118298-34FC-7DE1-8F0F-A0EC0AE956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0137" y="999786"/>
            <a:ext cx="291413" cy="291413"/>
          </a:xfrm>
          <a:prstGeom prst="rect">
            <a:avLst/>
          </a:prstGeom>
        </p:spPr>
      </p:pic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2135EB59-0050-6A61-35E4-BBE49ADC4DC5}"/>
              </a:ext>
            </a:extLst>
          </p:cNvPr>
          <p:cNvSpPr/>
          <p:nvPr/>
        </p:nvSpPr>
        <p:spPr>
          <a:xfrm>
            <a:off x="11418889" y="981926"/>
            <a:ext cx="306401" cy="346436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7618B013-02CB-3CE9-780E-7385F1A310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8301" y="1011706"/>
            <a:ext cx="291214" cy="291214"/>
          </a:xfrm>
          <a:prstGeom prst="rect">
            <a:avLst/>
          </a:prstGeom>
        </p:spPr>
      </p:pic>
      <p:pic>
        <p:nvPicPr>
          <p:cNvPr id="71" name="Imagem 70" descr="Ícone&#10;&#10;O conteúdo gerado por IA pode estar incorreto.">
            <a:extLst>
              <a:ext uri="{FF2B5EF4-FFF2-40B4-BE49-F238E27FC236}">
                <a16:creationId xmlns:a16="http://schemas.microsoft.com/office/drawing/2014/main" id="{70216CAD-FDC2-6DF6-2224-EB73CFCF08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3662" y="1040043"/>
            <a:ext cx="242848" cy="242848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47DD43CA-2B21-F402-1F31-3460A357D01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2818496"/>
            <a:ext cx="351582" cy="351582"/>
          </a:xfrm>
          <a:prstGeom prst="rect">
            <a:avLst/>
          </a:prstGeom>
        </p:spPr>
      </p:pic>
      <p:pic>
        <p:nvPicPr>
          <p:cNvPr id="22" name="Imagem 21" descr="Ícone&#10;&#10;O conteúdo gerado por IA pode estar incorreto.">
            <a:extLst>
              <a:ext uri="{FF2B5EF4-FFF2-40B4-BE49-F238E27FC236}">
                <a16:creationId xmlns:a16="http://schemas.microsoft.com/office/drawing/2014/main" id="{DDB3037B-999A-7F96-069D-91515E17BA5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4303881"/>
            <a:ext cx="351582" cy="351582"/>
          </a:xfrm>
          <a:prstGeom prst="rect">
            <a:avLst/>
          </a:prstGeom>
        </p:spPr>
      </p:pic>
      <p:pic>
        <p:nvPicPr>
          <p:cNvPr id="25" name="Imagem 2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9A1E47DD-DE7C-5DD9-E540-A5097FC1D7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  <p:pic>
        <p:nvPicPr>
          <p:cNvPr id="2" name="Imagem 1" descr="Ícone&#10;&#10;O conteúdo gerado por IA pode estar incorreto.">
            <a:extLst>
              <a:ext uri="{FF2B5EF4-FFF2-40B4-BE49-F238E27FC236}">
                <a16:creationId xmlns:a16="http://schemas.microsoft.com/office/drawing/2014/main" id="{7CD71D87-893B-7AA0-516F-712AAD25060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1" y="2011480"/>
            <a:ext cx="349882" cy="349882"/>
          </a:xfrm>
          <a:prstGeom prst="rect">
            <a:avLst/>
          </a:prstGeom>
        </p:spPr>
      </p:pic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4B03BC2-6A25-2E9E-9746-FF7F301C93EE}"/>
              </a:ext>
            </a:extLst>
          </p:cNvPr>
          <p:cNvSpPr/>
          <p:nvPr/>
        </p:nvSpPr>
        <p:spPr>
          <a:xfrm>
            <a:off x="44482" y="3547272"/>
            <a:ext cx="446056" cy="453228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58F5543-2B64-AEFA-1305-E0962F0D005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6" y="3579070"/>
            <a:ext cx="381791" cy="381791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D899D14D-4A07-9D45-94A5-D43BA7024CC3}"/>
              </a:ext>
            </a:extLst>
          </p:cNvPr>
          <p:cNvSpPr/>
          <p:nvPr/>
        </p:nvSpPr>
        <p:spPr>
          <a:xfrm>
            <a:off x="6569276" y="956414"/>
            <a:ext cx="2387600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C17D2FD4-91EB-ED5B-58B4-E51EE5ED46B4}"/>
              </a:ext>
            </a:extLst>
          </p:cNvPr>
          <p:cNvSpPr/>
          <p:nvPr/>
        </p:nvSpPr>
        <p:spPr>
          <a:xfrm>
            <a:off x="8631065" y="980374"/>
            <a:ext cx="286414" cy="326345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6BE433D8-C892-8287-703C-B58B427EAAB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0917" y="1030153"/>
            <a:ext cx="206041" cy="206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27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3C501-4A0B-34C6-AE71-E6189A84D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46ED9FE1-6C82-0C25-A797-E42DA195FDC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7BB5804-DD34-9B1C-426F-6FE7A1CCCB54}"/>
              </a:ext>
            </a:extLst>
          </p:cNvPr>
          <p:cNvSpPr/>
          <p:nvPr/>
        </p:nvSpPr>
        <p:spPr>
          <a:xfrm>
            <a:off x="-177079" y="897622"/>
            <a:ext cx="715733" cy="4337108"/>
          </a:xfrm>
          <a:prstGeom prst="roundRect">
            <a:avLst/>
          </a:prstGeom>
          <a:solidFill>
            <a:srgbClr val="2F3A5F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B3E48184-A8F2-7992-8184-278B0A83C29C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69775F6-4B9D-38D2-7ECD-19510D09D8FB}"/>
              </a:ext>
            </a:extLst>
          </p:cNvPr>
          <p:cNvSpPr/>
          <p:nvPr/>
        </p:nvSpPr>
        <p:spPr>
          <a:xfrm>
            <a:off x="1049149" y="949534"/>
            <a:ext cx="2387600" cy="1037820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95AC2916-C324-DE69-5F47-0421D27CFAFF}"/>
              </a:ext>
            </a:extLst>
          </p:cNvPr>
          <p:cNvSpPr/>
          <p:nvPr/>
        </p:nvSpPr>
        <p:spPr>
          <a:xfrm>
            <a:off x="3813903" y="949534"/>
            <a:ext cx="2387600" cy="103782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567E0E8C-73C1-8652-64E0-9A61BBB20E64}"/>
              </a:ext>
            </a:extLst>
          </p:cNvPr>
          <p:cNvSpPr/>
          <p:nvPr/>
        </p:nvSpPr>
        <p:spPr>
          <a:xfrm>
            <a:off x="9380638" y="950110"/>
            <a:ext cx="2387600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5FEA9C15-CDDD-AFE9-0FFC-AABDA491FA86}"/>
              </a:ext>
            </a:extLst>
          </p:cNvPr>
          <p:cNvSpPr/>
          <p:nvPr/>
        </p:nvSpPr>
        <p:spPr>
          <a:xfrm>
            <a:off x="1049149" y="2144577"/>
            <a:ext cx="10737908" cy="2418961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FC9F9452-9579-722C-09FC-D45807E4F80A}"/>
              </a:ext>
            </a:extLst>
          </p:cNvPr>
          <p:cNvSpPr/>
          <p:nvPr/>
        </p:nvSpPr>
        <p:spPr>
          <a:xfrm>
            <a:off x="1049149" y="4820478"/>
            <a:ext cx="5266984" cy="1921835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EAFEA4D9-7945-C794-C1E9-B2D388E8EC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40" name="Imagem 39" descr="Logotipo&#10;&#10;O conteúdo gerado por IA pode estar incorreto.">
            <a:extLst>
              <a:ext uri="{FF2B5EF4-FFF2-40B4-BE49-F238E27FC236}">
                <a16:creationId xmlns:a16="http://schemas.microsoft.com/office/drawing/2014/main" id="{33CE1AA8-0668-096E-9C0F-8F993A1533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B957FC01-4CC7-1D98-3596-C154C9C76003}"/>
              </a:ext>
            </a:extLst>
          </p:cNvPr>
          <p:cNvSpPr/>
          <p:nvPr/>
        </p:nvSpPr>
        <p:spPr>
          <a:xfrm>
            <a:off x="1699975" y="227802"/>
            <a:ext cx="3205399" cy="309954"/>
          </a:xfrm>
          <a:prstGeom prst="roundRect">
            <a:avLst>
              <a:gd name="adj" fmla="val 26287"/>
            </a:avLst>
          </a:prstGeom>
          <a:solidFill>
            <a:srgbClr val="2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 err="1"/>
              <a:t>Analytics</a:t>
            </a:r>
            <a:r>
              <a:rPr lang="pt-BR" sz="1400" dirty="0"/>
              <a:t> – Evolução e tendências</a:t>
            </a:r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DCF7B23A-BA43-12FB-2C9A-519B41BC719F}"/>
              </a:ext>
            </a:extLst>
          </p:cNvPr>
          <p:cNvSpPr/>
          <p:nvPr/>
        </p:nvSpPr>
        <p:spPr>
          <a:xfrm>
            <a:off x="3008184" y="970568"/>
            <a:ext cx="347291" cy="374036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CA427C9E-3A2F-C9C0-A7B7-036C61A8E6F7}"/>
              </a:ext>
            </a:extLst>
          </p:cNvPr>
          <p:cNvSpPr/>
          <p:nvPr/>
        </p:nvSpPr>
        <p:spPr>
          <a:xfrm>
            <a:off x="5762625" y="973108"/>
            <a:ext cx="409575" cy="410669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53" name="Imagem 52" descr="Ícone&#10;&#10;O conteúdo gerado por IA pode estar incorreto.">
            <a:extLst>
              <a:ext uri="{FF2B5EF4-FFF2-40B4-BE49-F238E27FC236}">
                <a16:creationId xmlns:a16="http://schemas.microsoft.com/office/drawing/2014/main" id="{5EFC8A99-5B7C-CBAD-791F-F32C460026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0137" y="999786"/>
            <a:ext cx="291413" cy="291413"/>
          </a:xfrm>
          <a:prstGeom prst="rect">
            <a:avLst/>
          </a:prstGeom>
        </p:spPr>
      </p:pic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0172DA5A-1FAB-20CE-97CF-84D6FD63A02F}"/>
              </a:ext>
            </a:extLst>
          </p:cNvPr>
          <p:cNvSpPr/>
          <p:nvPr/>
        </p:nvSpPr>
        <p:spPr>
          <a:xfrm>
            <a:off x="11418889" y="981926"/>
            <a:ext cx="306401" cy="346436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CF74667C-53DD-9736-07DC-2B34B7D80D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2818496"/>
            <a:ext cx="351582" cy="351582"/>
          </a:xfrm>
          <a:prstGeom prst="rect">
            <a:avLst/>
          </a:prstGeom>
        </p:spPr>
      </p:pic>
      <p:pic>
        <p:nvPicPr>
          <p:cNvPr id="25" name="Imagem 2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051AAF28-BE64-2963-26C1-A9BAE042C43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  <p:pic>
        <p:nvPicPr>
          <p:cNvPr id="2" name="Imagem 1" descr="Ícone&#10;&#10;O conteúdo gerado por IA pode estar incorreto.">
            <a:extLst>
              <a:ext uri="{FF2B5EF4-FFF2-40B4-BE49-F238E27FC236}">
                <a16:creationId xmlns:a16="http://schemas.microsoft.com/office/drawing/2014/main" id="{F84772A2-6E6B-2046-CC14-87C453A082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1" y="2011480"/>
            <a:ext cx="349882" cy="349882"/>
          </a:xfrm>
          <a:prstGeom prst="rect">
            <a:avLst/>
          </a:prstGeom>
        </p:spPr>
      </p:pic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EFF8553D-EAEF-F549-5E1F-CDC7FB835C37}"/>
              </a:ext>
            </a:extLst>
          </p:cNvPr>
          <p:cNvSpPr/>
          <p:nvPr/>
        </p:nvSpPr>
        <p:spPr>
          <a:xfrm>
            <a:off x="37037" y="4166760"/>
            <a:ext cx="446056" cy="453228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EBB551E1-4917-9894-DB1D-5741D5A153E8}"/>
              </a:ext>
            </a:extLst>
          </p:cNvPr>
          <p:cNvSpPr/>
          <p:nvPr/>
        </p:nvSpPr>
        <p:spPr>
          <a:xfrm>
            <a:off x="6569276" y="956414"/>
            <a:ext cx="2387600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AA5E8FD0-03A6-7583-06CB-B7BBA41C78BB}"/>
              </a:ext>
            </a:extLst>
          </p:cNvPr>
          <p:cNvSpPr/>
          <p:nvPr/>
        </p:nvSpPr>
        <p:spPr>
          <a:xfrm>
            <a:off x="8595360" y="980374"/>
            <a:ext cx="322119" cy="342633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5E061774-4590-B555-8F7E-EE1C9230BAAF}"/>
              </a:ext>
            </a:extLst>
          </p:cNvPr>
          <p:cNvSpPr/>
          <p:nvPr/>
        </p:nvSpPr>
        <p:spPr>
          <a:xfrm>
            <a:off x="6520073" y="4820477"/>
            <a:ext cx="5266984" cy="1921835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4F6AB766-79D7-D63F-3486-A71C2CFE23F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7887" y="1003957"/>
            <a:ext cx="319050" cy="319050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BE3E089E-5C06-397F-5F29-0638F03EA5C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0355" y="1009428"/>
            <a:ext cx="272128" cy="272128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7BF3E331-A1F1-7DEF-DE71-54409DD4BA0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8889" y="999785"/>
            <a:ext cx="306401" cy="299621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91E82AE5-3936-2E6B-DD4B-7FA515020CA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61" y="4194810"/>
            <a:ext cx="350085" cy="350085"/>
          </a:xfrm>
          <a:prstGeom prst="rect">
            <a:avLst/>
          </a:prstGeom>
        </p:spPr>
      </p:pic>
      <p:pic>
        <p:nvPicPr>
          <p:cNvPr id="28" name="Imagem 27" descr="Logotipo, Ícone&#10;&#10;O conteúdo gerado por IA pode estar incorreto.">
            <a:extLst>
              <a:ext uri="{FF2B5EF4-FFF2-40B4-BE49-F238E27FC236}">
                <a16:creationId xmlns:a16="http://schemas.microsoft.com/office/drawing/2014/main" id="{F2CAEE1F-0FA9-0834-8978-90FC2BDBAD9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3505929"/>
            <a:ext cx="351582" cy="351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64751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1444</TotalTime>
  <Words>15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Pires</dc:creator>
  <cp:lastModifiedBy>Lucas Pires</cp:lastModifiedBy>
  <cp:revision>28</cp:revision>
  <dcterms:created xsi:type="dcterms:W3CDTF">2026-01-24T16:46:54Z</dcterms:created>
  <dcterms:modified xsi:type="dcterms:W3CDTF">2026-03-16T04:16:46Z</dcterms:modified>
</cp:coreProperties>
</file>